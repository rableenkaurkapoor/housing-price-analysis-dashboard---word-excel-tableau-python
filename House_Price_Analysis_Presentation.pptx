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7325"/>
            <a:ext cx="8229600" cy="4182514"/>
          </a:xfrm>
        </p:spPr>
        <p:txBody>
          <a:bodyPr>
            <a:noAutofit/>
          </a:bodyPr>
          <a:lstStyle/>
          <a:p>
            <a:r>
              <a:rPr sz="9600" b="1" dirty="0">
                <a:latin typeface="+mn-lt"/>
                <a:cs typeface="Aharoni" panose="02010803020104030203" pitchFamily="2" charset="-79"/>
              </a:rPr>
              <a:t>House Price Analysis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3624"/>
            <a:ext cx="8229600" cy="1143000"/>
          </a:xfrm>
        </p:spPr>
        <p:txBody>
          <a:bodyPr>
            <a:normAutofit/>
          </a:bodyPr>
          <a:lstStyle/>
          <a:p>
            <a:r>
              <a:rPr sz="6000" b="1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17973"/>
            <a:ext cx="8229600" cy="3335829"/>
          </a:xfrm>
        </p:spPr>
        <p:txBody>
          <a:bodyPr>
            <a:normAutofit/>
          </a:bodyPr>
          <a:lstStyle/>
          <a:p>
            <a:r>
              <a:rPr sz="3600" b="1" dirty="0"/>
              <a:t>Understand house price trends</a:t>
            </a:r>
          </a:p>
          <a:p>
            <a:r>
              <a:rPr sz="3600" b="1" dirty="0"/>
              <a:t>Identify key influencing factors</a:t>
            </a:r>
          </a:p>
          <a:p>
            <a:r>
              <a:rPr sz="3600" b="1" dirty="0"/>
              <a:t>Build dashboards for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1143000"/>
          </a:xfrm>
        </p:spPr>
        <p:txBody>
          <a:bodyPr>
            <a:normAutofit/>
          </a:bodyPr>
          <a:lstStyle/>
          <a:p>
            <a:r>
              <a:rPr sz="6000"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53006"/>
            <a:ext cx="8229600" cy="3873157"/>
          </a:xfrm>
        </p:spPr>
        <p:txBody>
          <a:bodyPr/>
          <a:lstStyle/>
          <a:p>
            <a:r>
              <a:rPr b="1" dirty="0"/>
              <a:t>4600+ records</a:t>
            </a:r>
          </a:p>
          <a:p>
            <a:r>
              <a:rPr b="1" dirty="0"/>
              <a:t>Features: Price, </a:t>
            </a:r>
            <a:r>
              <a:rPr b="1" dirty="0" err="1"/>
              <a:t>Sqft</a:t>
            </a:r>
            <a:r>
              <a:rPr b="1" dirty="0"/>
              <a:t>, Bedrooms, Location</a:t>
            </a:r>
          </a:p>
          <a:p>
            <a:r>
              <a:rPr b="1" dirty="0"/>
              <a:t>Real-world housing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5087"/>
            <a:ext cx="8229600" cy="1143000"/>
          </a:xfrm>
        </p:spPr>
        <p:txBody>
          <a:bodyPr>
            <a:normAutofit/>
          </a:bodyPr>
          <a:lstStyle/>
          <a:p>
            <a:r>
              <a:rPr sz="6000" b="1"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0078"/>
            <a:ext cx="8229600" cy="3496085"/>
          </a:xfrm>
        </p:spPr>
        <p:txBody>
          <a:bodyPr/>
          <a:lstStyle/>
          <a:p>
            <a:r>
              <a:rPr b="1" dirty="0"/>
              <a:t>Missing values handled</a:t>
            </a:r>
          </a:p>
          <a:p>
            <a:r>
              <a:rPr b="1" dirty="0"/>
              <a:t>Duplicates removed</a:t>
            </a:r>
          </a:p>
          <a:p>
            <a:r>
              <a:rPr b="1" dirty="0"/>
              <a:t>Outliers treated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8778"/>
            <a:ext cx="8229600" cy="1143000"/>
          </a:xfrm>
        </p:spPr>
        <p:txBody>
          <a:bodyPr>
            <a:normAutofit/>
          </a:bodyPr>
          <a:lstStyle/>
          <a:p>
            <a:r>
              <a:rPr sz="6000" b="1" dirty="0"/>
              <a:t>Excel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0BD8EE-C5EF-D3F3-9CDC-3A3BE7C8F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14" y="1650463"/>
            <a:ext cx="7292972" cy="48391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7A7F-91AC-0750-66B4-792970675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01279"/>
            <a:ext cx="8229600" cy="2026762"/>
          </a:xfrm>
        </p:spPr>
        <p:txBody>
          <a:bodyPr>
            <a:normAutofit/>
          </a:bodyPr>
          <a:lstStyle/>
          <a:p>
            <a:r>
              <a:rPr lang="en-US" sz="6000" b="1" dirty="0"/>
              <a:t>Top 5 Most Expensive Cities (Avg Price)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526C3-4CF5-58DE-AB38-62A71B62A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5"/>
          <a:stretch>
            <a:fillRect/>
          </a:stretch>
        </p:blipFill>
        <p:spPr>
          <a:xfrm>
            <a:off x="2003827" y="3044856"/>
            <a:ext cx="4839716" cy="314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3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8113"/>
            <a:ext cx="8229600" cy="1143000"/>
          </a:xfrm>
        </p:spPr>
        <p:txBody>
          <a:bodyPr>
            <a:normAutofit/>
          </a:bodyPr>
          <a:lstStyle/>
          <a:p>
            <a:r>
              <a:rPr sz="6000" b="1" dirty="0"/>
              <a:t>Excel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1860"/>
            <a:ext cx="8229600" cy="3854303"/>
          </a:xfrm>
        </p:spPr>
        <p:txBody>
          <a:bodyPr/>
          <a:lstStyle/>
          <a:p>
            <a:r>
              <a:rPr b="1" dirty="0"/>
              <a:t>Majority houses in lower price range</a:t>
            </a:r>
          </a:p>
          <a:p>
            <a:r>
              <a:rPr b="1" dirty="0"/>
              <a:t>Clear distribution pattern</a:t>
            </a:r>
          </a:p>
          <a:p>
            <a:r>
              <a:rPr b="1" dirty="0"/>
              <a:t>Quick business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20E8F-B7C4-B165-B5EE-760C3E117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516" y="4025245"/>
            <a:ext cx="3713970" cy="24643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661"/>
            <a:ext cx="8229600" cy="1143000"/>
          </a:xfrm>
        </p:spPr>
        <p:txBody>
          <a:bodyPr>
            <a:normAutofit/>
          </a:bodyPr>
          <a:lstStyle/>
          <a:p>
            <a:r>
              <a:rPr sz="6000" b="1" dirty="0"/>
              <a:t>Tableau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CD1E15-6D7B-4AAC-A8B9-035351480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55" y="1943183"/>
            <a:ext cx="6236089" cy="4626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51BB-4912-7E53-FEF4-1E399569C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5462"/>
            <a:ext cx="8229600" cy="1521333"/>
          </a:xfrm>
        </p:spPr>
        <p:txBody>
          <a:bodyPr>
            <a:noAutofit/>
          </a:bodyPr>
          <a:lstStyle/>
          <a:p>
            <a:r>
              <a:rPr lang="en-US" sz="5400" b="1" dirty="0"/>
              <a:t>Geographic Distribution of Average Property Prices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55800-3964-FF4B-5994-E25EAF63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911" y="2083194"/>
            <a:ext cx="7011487" cy="432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52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43941"/>
            <a:ext cx="8229600" cy="1143000"/>
          </a:xfrm>
        </p:spPr>
        <p:txBody>
          <a:bodyPr>
            <a:normAutofit/>
          </a:bodyPr>
          <a:lstStyle/>
          <a:p>
            <a:r>
              <a:rPr sz="6000" b="1" dirty="0"/>
              <a:t>Tableau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73519"/>
            <a:ext cx="8229600" cy="2197542"/>
          </a:xfrm>
        </p:spPr>
        <p:txBody>
          <a:bodyPr/>
          <a:lstStyle/>
          <a:p>
            <a:r>
              <a:rPr b="1" dirty="0"/>
              <a:t>Price varies by location</a:t>
            </a:r>
          </a:p>
          <a:p>
            <a:r>
              <a:rPr b="1" dirty="0"/>
              <a:t>Trends across categories</a:t>
            </a:r>
          </a:p>
          <a:p>
            <a:r>
              <a:rPr b="1" dirty="0"/>
              <a:t>Interactive decision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639" y="595149"/>
            <a:ext cx="8229600" cy="1143000"/>
          </a:xfrm>
        </p:spPr>
        <p:txBody>
          <a:bodyPr/>
          <a:lstStyle/>
          <a:p>
            <a:r>
              <a:rPr b="1" dirty="0"/>
              <a:t>Python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D7715E-22D9-B8FE-0961-80977B3C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9" y="1577029"/>
            <a:ext cx="3612462" cy="26025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1454A6-40C6-C21A-60EA-759ECE599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651" y="4140905"/>
            <a:ext cx="3605672" cy="25199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2AA6F5-4F3C-E88B-045A-66D7118B1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440" y="1559011"/>
            <a:ext cx="3948472" cy="25818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2856"/>
            <a:ext cx="8229600" cy="1143000"/>
          </a:xfrm>
        </p:spPr>
        <p:txBody>
          <a:bodyPr/>
          <a:lstStyle/>
          <a:p>
            <a:r>
              <a:rPr b="1" dirty="0"/>
              <a:t>Python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9D6A02-9380-BBAD-234E-92D85F142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52" y="1775856"/>
            <a:ext cx="6640453" cy="45298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1904"/>
            <a:ext cx="8229600" cy="1143000"/>
          </a:xfrm>
        </p:spPr>
        <p:txBody>
          <a:bodyPr>
            <a:normAutofit/>
          </a:bodyPr>
          <a:lstStyle/>
          <a:p>
            <a:r>
              <a:rPr sz="6600"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62054"/>
            <a:ext cx="8229600" cy="3364109"/>
          </a:xfrm>
        </p:spPr>
        <p:txBody>
          <a:bodyPr/>
          <a:lstStyle/>
          <a:p>
            <a:r>
              <a:rPr b="1" dirty="0"/>
              <a:t>Square footage drives price</a:t>
            </a:r>
          </a:p>
          <a:p>
            <a:r>
              <a:rPr b="1" dirty="0"/>
              <a:t>Location impacts value</a:t>
            </a:r>
          </a:p>
          <a:p>
            <a:r>
              <a:rPr b="1" dirty="0"/>
              <a:t>Data cleaning improves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7063"/>
            <a:ext cx="8229600" cy="1143000"/>
          </a:xfrm>
        </p:spPr>
        <p:txBody>
          <a:bodyPr>
            <a:normAutofit/>
          </a:bodyPr>
          <a:lstStyle/>
          <a:p>
            <a:r>
              <a:rPr sz="66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8103"/>
            <a:ext cx="8229600" cy="3628060"/>
          </a:xfrm>
        </p:spPr>
        <p:txBody>
          <a:bodyPr>
            <a:normAutofit/>
          </a:bodyPr>
          <a:lstStyle/>
          <a:p>
            <a:r>
              <a:rPr sz="4800" dirty="0"/>
              <a:t>Data → Insights → Decisions</a:t>
            </a:r>
          </a:p>
          <a:p>
            <a:r>
              <a:rPr sz="4800" dirty="0"/>
              <a:t>Multi-tool analysis approach</a:t>
            </a:r>
          </a:p>
          <a:p>
            <a:r>
              <a:rPr sz="4800" dirty="0"/>
              <a:t>Business-focused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116</Words>
  <Application>Microsoft Office PowerPoint</Application>
  <PresentationFormat>On-screen Show (4:3)</PresentationFormat>
  <Paragraphs>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House Price Analysis Dashboard</vt:lpstr>
      <vt:lpstr>Objective</vt:lpstr>
      <vt:lpstr>Dataset Overview</vt:lpstr>
      <vt:lpstr>Data Cleaning</vt:lpstr>
      <vt:lpstr>Excel Dashboard</vt:lpstr>
      <vt:lpstr>Top 5 Most Expensive Cities (Avg Price)</vt:lpstr>
      <vt:lpstr>Excel Insights</vt:lpstr>
      <vt:lpstr>Tableau Dashboard</vt:lpstr>
      <vt:lpstr>Geographic Distribution of Average Property Prices</vt:lpstr>
      <vt:lpstr>Tableau Insights</vt:lpstr>
      <vt:lpstr>Python Analysis</vt:lpstr>
      <vt:lpstr>Python Dashboard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Rableen Kapoor</dc:creator>
  <cp:keywords/>
  <dc:description>generated using python-pptx</dc:description>
  <cp:lastModifiedBy>Rableen Kapoor</cp:lastModifiedBy>
  <cp:revision>3</cp:revision>
  <dcterms:created xsi:type="dcterms:W3CDTF">2013-01-27T09:14:16Z</dcterms:created>
  <dcterms:modified xsi:type="dcterms:W3CDTF">2026-04-30T01:59:22Z</dcterms:modified>
  <cp:category/>
</cp:coreProperties>
</file>